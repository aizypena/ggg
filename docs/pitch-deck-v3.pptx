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GGG, and this is Good Game Guild - trustless tournament prize-escrow, built on Stellar Soroban. Here's the one idea to hold onto: in GGG, no one holds the prize money but the code. Today's version of this pitch goes further than the demo - I'll also cover the impact this has on the Stellar network itself, our plan to plug into existing Stellar ecosystem infrastructure instead of reinventing it, and how we take this to market starting in the Philippines and expanding out. Let's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paid tournament has a pot of entry fees, and today somebody has to hold that pot - the organiser, or some platform. That's custody, and custody is risk: the money can be skimmed, delayed, frozen, or just disappear. Big leagues can afford escrow agents and lawyers. But the millions of grassroots and community tournaments - which is exactly where our go-to-market starts - have nothing. Just 'send me your entry fee and trust me.' That trust gap is the problem we set out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GGG is a trustless prize-escrow protocol. A Soroban smart contract holds every entry fee, and the moment a referee submits the final rankings, the contract itself pays the winners - no custodian ever touches the funds. Three things make that real. One: it's non-custodial by construction - the contract has no withdraw function, so money only ever leaves as a winner payout or a refund. Two: every on-chain action is signed in the player's own Freighter wallet - our server never holds a private key. Three: it's asset-agnostic - XLM or USDC, with a configurable split that defaults to 60/30/10.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I'm logged in as an organiser. I create a tournament - name, game, an XLM entry fee, the referee's wallet, and the 60/30/10 split - and sign in Freighter. The contract goes live and a QR appears. Now as a player, I scan that QR, sign the join, and my entry fee locks into escrow. Watch the prize-pool counter and participant list tick up live, no refresh. I add two more players the same way. Now the referee's settlement console: drag players into first, second, third, sign finalize. One transaction fans out the whole pool. And here on Stellar.Expert are the three payout transactions, on-chain, verifiable by anyone. Start to finish, under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there are four pieces. The escrow contract is Rust on soroban-sdk 26 - seven functions, three events, twenty-eight tests. The web app is Next.js with Prisma and Postgres; its job is to build and submit transactions, never to sign them. Signing is Freighter, client-side. And a standalone subscriber polls the chain for contract events, reconciles them into Postgres, and pushes them to the UI through Redis - that's the live feed you just saw. The throughline for everything I'm about to cover next: the server is stateless about keys, and we build on top of existing Stellar rails wherever we can instead of reinventing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product, GGG matters to Stellar itself. Every tournament we run generates a burst of genuine on-chain activity - a contract deployment, several entry-fee payments, and a multi-payout settlement - not synthetic volume. We also give USDC-on-Stellar, which already carries over four point two billion dollars in cumulative payment volume, a natural recurring consumer use case outside of pure payments or DeFi. And the web3 gaming market alone is sized at thirty-three point four billion dollars in 2026 - esports is a real, largely untapped vertical for Stellar. Finally, GGG is a clean reference implementation of the 'client signs, server never holds keys' pattern other Soroban consumer apps can copy.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planning to reinvent Stellar's rails - we're planning to plug into them. SEP-24 and SEP-31 give us fiat on-ramp and cross-border payout without building our own banking integration. Stellar's passkey smart-wallet work - live since Protocol 21 - lets a player join with just a device fingerprint, no browser extension, which is our biggest onboarding unlock for non-crypto-native players. SEP-50 lets us mint real on-chain trophy and participation NFTs per tournament. Soroswap and the Reflector oracle let a player fund a tournament with whatever asset they already hold, and let us price entry fees in stable USD terms. And MoneyGram's ramp network - cash-to-crypto in over a hundred seventy countries, plus their new MGUSD stablecoin - is how we reach players who don't have a crypto wallet at all. All of this is detailed with sources in our ecosystem research issue on GitHub.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rollout is deliberately staged. We start in the Philippines: a country with an enormous grassroots esports scene, high mobile-gaming penetration, and - thanks to remittances - unusually high everyday familiarity with USDC and cash-out apps, which lowers the education cost for our fiat-ramp integrations. From there we expand across APAC - Vietnam, Indonesia, Korea - markets with the same guild and LAN-tournament culture and, per our research, some of the fastest-growing blockchain-gaming adoption anywhere. Globally, nothing in GGG is region-locked - it's any game title, any Stellar-compatible wallet - so global expansion is a matter of marketing and partnerships, not re-engineering. We're also pursuing Stellar Community Fund grants to help fund each stage non-dilutively.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honest about what's left. Everything you saw is proven locally against Testnet - 498 tests passing, all six acceptance criteria green - so the next step is the live production deploy. Right now GGG has zero revenue mechanism - the payout split sums to a hundred percent to players - so turning on a small protocol fee is the highest-leverage next change. After that, we're prioritizing passkey onboarding and fiat ramps, since those unlock the GTM plan you just saw. Longer term: today a trusted human referee submits results, and we want to automate that with game-API result ingestion. All of this is written up, prioritized, and sourced in a GitHub issue if you want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GGG: trustless tournament escrow on Stellar - the contract holds the money, not us - built to plug into Stellar's existing rails and to grow deliberately from the Philippines outward. Thanks to the Stellar Development Foundation, the Freighter team, and the organisers. We're Julyza and Mark -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6858000"/>
          </a:xfrm>
          <a:prstGeom prst="rect">
            <a:avLst/>
          </a:prstGeom>
          <a:noFill/>
        </p:spPr>
        <p:txBody>
          <a:bodyPr wrap="square">
            <a:spAutoFit/>
          </a:bodyPr>
          <a:lstStyle/>
          <a:p>
            <a:pPr>
              <a:defRPr sz="2000"/>
            </a:pPr>
            <a:r>
              <a:t>[FULL-SLIDE IMAGE - see image prompt #1]</a:t>
            </a:r>
          </a:p>
        </p:txBody>
      </p:sp>
      <p:sp>
        <p:nvSpPr>
          <p:cNvPr id="3" name="TextBox 2"/>
          <p:cNvSpPr txBox="1"/>
          <p:nvPr/>
        </p:nvSpPr>
        <p:spPr>
          <a:xfrm>
            <a:off x="640080" y="2011680"/>
            <a:ext cx="7863840" cy="1097280"/>
          </a:xfrm>
          <a:prstGeom prst="rect">
            <a:avLst/>
          </a:prstGeom>
          <a:noFill/>
        </p:spPr>
        <p:txBody>
          <a:bodyPr wrap="square">
            <a:spAutoFit/>
          </a:bodyPr>
          <a:lstStyle/>
          <a:p>
            <a:pPr>
              <a:defRPr sz="4000" b="1"/>
            </a:pPr>
            <a:r>
              <a:t>GGG - Good Game Guild</a:t>
            </a:r>
          </a:p>
        </p:txBody>
      </p:sp>
      <p:sp>
        <p:nvSpPr>
          <p:cNvPr id="4" name="TextBox 3"/>
          <p:cNvSpPr txBox="1"/>
          <p:nvPr/>
        </p:nvSpPr>
        <p:spPr>
          <a:xfrm>
            <a:off x="640080" y="3200400"/>
            <a:ext cx="7863840" cy="822960"/>
          </a:xfrm>
          <a:prstGeom prst="rect">
            <a:avLst/>
          </a:prstGeom>
          <a:noFill/>
        </p:spPr>
        <p:txBody>
          <a:bodyPr wrap="square">
            <a:spAutoFit/>
          </a:bodyPr>
          <a:lstStyle/>
          <a:p>
            <a:pPr>
              <a:defRPr sz="2200"/>
            </a:pPr>
            <a:r>
              <a:t>Trustless tournament prize-escrow on Stellar Soroban</a:t>
            </a:r>
          </a:p>
        </p:txBody>
      </p:sp>
      <p:sp>
        <p:nvSpPr>
          <p:cNvPr id="5" name="TextBox 4"/>
          <p:cNvSpPr txBox="1"/>
          <p:nvPr/>
        </p:nvSpPr>
        <p:spPr>
          <a:xfrm>
            <a:off x="640080" y="4206240"/>
            <a:ext cx="7863840" cy="548640"/>
          </a:xfrm>
          <a:prstGeom prst="rect">
            <a:avLst/>
          </a:prstGeom>
          <a:noFill/>
        </p:spPr>
        <p:txBody>
          <a:bodyPr wrap="square">
            <a:spAutoFit/>
          </a:bodyPr>
          <a:lstStyle/>
          <a:p>
            <a:pPr>
              <a:defRPr sz="1800"/>
            </a:pPr>
            <a:r>
              <a:t>Project Lead: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6858000"/>
          </a:xfrm>
          <a:prstGeom prst="rect">
            <a:avLst/>
          </a:prstGeom>
          <a:noFill/>
        </p:spPr>
        <p:txBody>
          <a:bodyPr wrap="square">
            <a:spAutoFit/>
          </a:bodyPr>
          <a:lstStyle/>
          <a:p>
            <a:pPr>
              <a:defRPr sz="2000"/>
            </a:pPr>
            <a:r>
              <a:t>[FULL-SLIDE IMAGE - see image prompt #2]</a:t>
            </a:r>
          </a:p>
        </p:txBody>
      </p:sp>
      <p:sp>
        <p:nvSpPr>
          <p:cNvPr id="3" name="TextBox 2"/>
          <p:cNvSpPr txBox="1"/>
          <p:nvPr/>
        </p:nvSpPr>
        <p:spPr>
          <a:xfrm>
            <a:off x="640080" y="548640"/>
            <a:ext cx="7863840" cy="914400"/>
          </a:xfrm>
          <a:prstGeom prst="rect">
            <a:avLst/>
          </a:prstGeom>
          <a:noFill/>
        </p:spPr>
        <p:txBody>
          <a:bodyPr wrap="square">
            <a:spAutoFit/>
          </a:bodyPr>
          <a:lstStyle/>
          <a:p>
            <a:pPr>
              <a:defRPr sz="3200" b="1"/>
            </a:pPr>
            <a:r>
              <a:t>Someone always holds the prize money</a:t>
            </a:r>
          </a:p>
        </p:txBody>
      </p:sp>
      <p:sp>
        <p:nvSpPr>
          <p:cNvPr id="4" name="TextBox 3"/>
          <p:cNvSpPr txBox="1"/>
          <p:nvPr/>
        </p:nvSpPr>
        <p:spPr>
          <a:xfrm>
            <a:off x="640080" y="4023360"/>
            <a:ext cx="7863840" cy="2194560"/>
          </a:xfrm>
          <a:prstGeom prst="rect">
            <a:avLst/>
          </a:prstGeom>
          <a:noFill/>
        </p:spPr>
        <p:txBody>
          <a:bodyPr wrap="square">
            <a:spAutoFit/>
          </a:bodyPr>
          <a:lstStyle/>
          <a:p>
            <a:pPr>
              <a:defRPr sz="2000"/>
            </a:pPr>
            <a:r>
              <a:t>Custody = risk: skimmed, delayed, frozen</a:t>
            </a:r>
          </a:p>
          <a:p>
            <a:pPr>
              <a:defRPr sz="2000"/>
            </a:pPr>
            <a:r>
              <a:t>Players must trust a stranger to pay out</a:t>
            </a:r>
          </a:p>
          <a:p>
            <a:pPr>
              <a:defRPr sz="2000"/>
            </a:pPr>
            <a:r>
              <a:t>No neutral escrow grassroots events can afford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contract holds the money, not a custodian</a:t>
            </a:r>
          </a:p>
        </p:txBody>
      </p:sp>
      <p:sp>
        <p:nvSpPr>
          <p:cNvPr id="3" name="Content Placeholder 2"/>
          <p:cNvSpPr>
            <a:spLocks noGrp="1"/>
          </p:cNvSpPr>
          <p:nvPr>
            <p:ph idx="1"/>
          </p:nvPr>
        </p:nvSpPr>
        <p:spPr/>
        <p:txBody>
          <a:bodyPr wrap="square"/>
          <a:lstStyle/>
          <a:p>
            <a:r>
              <a:t>Non-custodial: funds leave only as payout or refund</a:t>
            </a:r>
          </a:p>
          <a:p>
            <a:r>
              <a:t>Signed client-side in your own Freighter wallet</a:t>
            </a:r>
          </a:p>
          <a:p>
            <a:r>
              <a:t>XLM or USDC, configurable split (default 60/30/10)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 under two minutes</a:t>
            </a:r>
          </a:p>
        </p:txBody>
      </p:sp>
      <p:sp>
        <p:nvSpPr>
          <p:cNvPr id="3" name="Content Placeholder 2"/>
          <p:cNvSpPr>
            <a:spLocks noGrp="1"/>
          </p:cNvSpPr>
          <p:nvPr>
            <p:ph idx="1"/>
          </p:nvPr>
        </p:nvSpPr>
        <p:spPr/>
        <p:txBody>
          <a:bodyPr wrap="square"/>
          <a:lstStyle/>
          <a:p>
            <a:r>
              <a:t>Create tournament -&gt; QR code appears</a:t>
            </a:r>
          </a:p>
          <a:p>
            <a:r>
              <a:t>Players scan &amp; fund -&gt; pool ticks up live</a:t>
            </a:r>
          </a:p>
          <a:p>
            <a:r>
              <a:t>Referee settles -&gt; 60/30/10 in one transaction</a:t>
            </a:r>
          </a:p>
          <a:p>
            <a:r>
              <a:t>Three payouts, verifiable on the explorer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a:t>
            </a:r>
          </a:p>
        </p:txBody>
      </p:sp>
      <p:sp>
        <p:nvSpPr>
          <p:cNvPr id="3" name="Content Placeholder 2"/>
          <p:cNvSpPr>
            <a:spLocks noGrp="1"/>
          </p:cNvSpPr>
          <p:nvPr>
            <p:ph idx="1"/>
          </p:nvPr>
        </p:nvSpPr>
        <p:spPr/>
        <p:txBody>
          <a:bodyPr wrap="square"/>
          <a:lstStyle/>
          <a:p>
            <a:r>
              <a:t>Soroban escrow contract (Rust, 7 fns, 28 tests)</a:t>
            </a:r>
          </a:p>
          <a:p>
            <a:r>
              <a:t>Next.js app builds &amp; submits XDR - never signs</a:t>
            </a:r>
          </a:p>
          <a:p>
            <a:r>
              <a:t>Freighter signs client-side; no server keys</a:t>
            </a:r>
          </a:p>
          <a:p>
            <a:r>
              <a:t>Subscriber -&gt; Redis -&gt; live SSE 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to the Stellar Ecosystem</a:t>
            </a:r>
          </a:p>
        </p:txBody>
      </p:sp>
      <p:sp>
        <p:nvSpPr>
          <p:cNvPr id="3" name="Content Placeholder 2"/>
          <p:cNvSpPr>
            <a:spLocks noGrp="1"/>
          </p:cNvSpPr>
          <p:nvPr>
            <p:ph idx="1"/>
          </p:nvPr>
        </p:nvSpPr>
        <p:spPr/>
        <p:txBody>
          <a:bodyPr wrap="square"/>
          <a:lstStyle/>
          <a:p>
            <a:r>
              <a:t>Real on-chain volume: deploys, joins, payouts, refunds</a:t>
            </a:r>
          </a:p>
          <a:p>
            <a:r>
              <a:t>Taps USDC-on-Stellar's $4.2B+ payment rail</a:t>
            </a:r>
          </a:p>
          <a:p>
            <a:r>
              <a:t>Web3 gaming market: $33.4B in 2026</a:t>
            </a:r>
          </a:p>
          <a:p>
            <a:r>
              <a:t>Reference pattern: client-signs, server-never-holds-keys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Ecosystem Integration Roadmap</a:t>
            </a:r>
          </a:p>
        </p:txBody>
      </p:sp>
      <p:sp>
        <p:nvSpPr>
          <p:cNvPr id="3" name="Content Placeholder 2"/>
          <p:cNvSpPr>
            <a:spLocks noGrp="1"/>
          </p:cNvSpPr>
          <p:nvPr>
            <p:ph idx="1"/>
          </p:nvPr>
        </p:nvSpPr>
        <p:spPr/>
        <p:txBody>
          <a:bodyPr wrap="square"/>
          <a:lstStyle/>
          <a:p>
            <a:r>
              <a:t>SEP-24 / SEP-31: fiat on-ramp + cross-border payout</a:t>
            </a:r>
          </a:p>
          <a:p>
            <a:r>
              <a:t>SEP-45 passkeys: wallet-less player onboarding</a:t>
            </a:r>
          </a:p>
          <a:p>
            <a:r>
              <a:t>SEP-50 NFTs: on-chain tournament trophies</a:t>
            </a:r>
          </a:p>
          <a:p>
            <a:r>
              <a:t>Soroswap + Reflector: any-asset, USD-pegged entry</a:t>
            </a:r>
          </a:p>
          <a:p>
            <a:r>
              <a:t>MoneyGram Ramps / MGUSD: cash-to-crypto, 170+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Go-to-Market: Philippines -&gt; APAC -&gt; Global</a:t>
            </a:r>
          </a:p>
        </p:txBody>
      </p:sp>
      <p:sp>
        <p:nvSpPr>
          <p:cNvPr id="3" name="Content Placeholder 2"/>
          <p:cNvSpPr>
            <a:spLocks noGrp="1"/>
          </p:cNvSpPr>
          <p:nvPr>
            <p:ph idx="1"/>
          </p:nvPr>
        </p:nvSpPr>
        <p:spPr/>
        <p:txBody>
          <a:bodyPr wrap="square"/>
          <a:lstStyle/>
          <a:p>
            <a:r>
              <a:t>Philippines: grassroots esports + remittance/USDC fluency</a:t>
            </a:r>
          </a:p>
          <a:p>
            <a:r>
              <a:t>APAC: guild &amp; LAN culture (Vietnam, Indonesia, Korea)</a:t>
            </a:r>
          </a:p>
          <a:p>
            <a:r>
              <a:t>Global: any game, any Stellar wallet, SCF-backed growth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next</a:t>
            </a:r>
          </a:p>
        </p:txBody>
      </p:sp>
      <p:sp>
        <p:nvSpPr>
          <p:cNvPr id="3" name="Content Placeholder 2"/>
          <p:cNvSpPr>
            <a:spLocks noGrp="1"/>
          </p:cNvSpPr>
          <p:nvPr>
            <p:ph idx="1"/>
          </p:nvPr>
        </p:nvSpPr>
        <p:spPr/>
        <p:txBody>
          <a:bodyPr wrap="square"/>
          <a:lstStyle/>
          <a:p>
            <a:r>
              <a:t>Ship the live deploy (Testnet URL)</a:t>
            </a:r>
          </a:p>
          <a:p>
            <a:r>
              <a:t>Add a protocol fee - turn on the business model</a:t>
            </a:r>
          </a:p>
          <a:p>
            <a:r>
              <a:t>Passkey onboarding + fiat ramps (see roadmap issue)</a:t>
            </a:r>
          </a:p>
          <a:p>
            <a:r>
              <a:t>Automated match verification (game APIs)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&amp; thanks</a:t>
            </a:r>
          </a:p>
        </p:txBody>
      </p:sp>
      <p:sp>
        <p:nvSpPr>
          <p:cNvPr id="3" name="Content Placeholder 2"/>
          <p:cNvSpPr>
            <a:spLocks noGrp="1"/>
          </p:cNvSpPr>
          <p:nvPr>
            <p:ph idx="1"/>
          </p:nvPr>
        </p:nvSpPr>
        <p:spPr/>
        <p:txBody>
          <a:bodyPr wrap="square"/>
          <a:lstStyle/>
          <a:p>
            <a:r>
              <a:t>Julyza Pena - [role]</a:t>
            </a:r>
          </a:p>
          <a:p>
            <a:r>
              <a:t>Mark Hugh Neri - [role]</a:t>
            </a:r>
          </a:p>
          <a:p>
            <a:r>
              <a:t>Built on Stellar Soroban</a:t>
            </a:r>
          </a:p>
          <a:p>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